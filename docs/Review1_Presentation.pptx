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one-line goal: automatically classify news text as real or fake using NLP and machine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context: why this matters now, given the scale and speed of social media spread.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precise: this is a content-based classifier, not a full fact-checking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objectives map directly to the four architecture stages on Slide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this project between the two extremes: fully manual vs naive rule-based filtering.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accuracy gap between Paper 1 (92%) and Paper 3 (76%) -- it's dataset-dependent, not a fixed ceiling.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Paper 5's taxonomy to state: our project sits in the style/content-based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this is a baseline/reproduction-quality contribution, appropriate for Review 1, not a novel algorithm.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clearly that these numbers come from your own EDA run, not from the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any class imbalance and how the stratified split handles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each preprocessing step is used; examiners often ask why lemmatization and not stemming.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diagram top to bottom, one box per objective from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all open-source, standard, well-documented libraries -- a deliberate choice for reproducibility.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~50% or more implementation proof -- be ready to demo live or show screenshots.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dataset isn't loaded yet at review time, say so explicitly and show the pipeline running instead of fake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a clear what's-done vs what's-next summary so examiners see scope was managed deliberately.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News Detection Using NLP and Machine Learning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CSE Project — Review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______________     Roll No: ______________     Guide: ______________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6400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Misinformation spreads faster than manual fact-checking can keep up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+ ML can flag suspicious content automatically, at scale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builds a text-based REAL / FAKE news classifier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06640" y="1371600"/>
            <a:ext cx="4023360" cy="4114800"/>
          </a:xfrm>
          <a:prstGeom prst="roundRect">
            <a:avLst>
              <a:gd name="adj" fmla="val 3409"/>
            </a:avLst>
          </a:prstGeom>
          <a:solidFill>
            <a:srgbClr val="F4F7F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0" y="26517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Source  →  Social Media  →  Reader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this REAL or FAKE?"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fact-checking cannot scale to the volume of daily content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Need: an automated, content-based first-pass classifier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given a headline or article, predict REAL or FAKE with a confidence score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NLP preprocessing pipeline for news text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TF-IDF features from cleaned text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and compare 3 ML classifiers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best model behind a simple demo UI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 / Existing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4F7FB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54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Moderation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but slow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expensive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137160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4F7FB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554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/ Blacklist Filters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237744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but easily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bypassed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37160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E8F3EC"/>
          </a:solidFill>
          <a:ln w="19050">
            <a:solidFill>
              <a:srgbClr val="2CA0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1554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ML-Based Classifiers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21040" y="237744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Automatable and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adaptable via retraining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(this project)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 — Papers 1–3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1 — Ahmed, Traore &amp; Saad (2017/2018): N-gram + TF-IDF, 6 ML classifiers, 92% accuracy on ISOT dataset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2 — Shu, Sliva, Wang, Tang &amp; Liu (2017): survey — content vs. social-context detection taxonomy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3 — Pérez-Rosas, Kleinberg, Lefevre &amp; Mihalcea (2018): crowdsourced datasets, up to 76% accuracy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 — Papers 4–5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4 — Wang (2017), LIAR dataset: ~12.8K short political statements, fine-grained 6-way labels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5 — Zhou &amp; Zafarani (2020) survey: 4-perspective taxonomy — knowledge, style, propagation, source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accuracy varies heavily by dataset/domain (92% vs 76% across papers)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student-scale projects use content-only signals, ignoring propagation/source-credibility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contribution: a clean, reproducible content-based baseline with transparent, non-fabricated evaluation on a clearly documented dataset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and Real News Dataset (Kaggle), built on the ISOT Fake News Dataset (Univ. of Victoria)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Columns: title, text, subject, date, label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actual row counts / class balance from results/eda_summary.json]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Justification + EDA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Free, widely used, binary-labeled, large enough for TF-IDF + classical ML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class_distribution.png]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article_length_distribution.png]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top_words_FAKE.png / top_words_REAL.png]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preprocessing: lowercase → remove HTML/URLs → remove punctuation → tokenize → remove stopwords → lemmatize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extraction: TF-IDF, unigrams + bigrams, max_features = 5000, on title + text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Models: Logistic Regression, Multinomial Naive Bayes, Linear SVM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/ Workflow</a:t>
            </a:r>
            <a:endParaRPr lang="en-US" sz="2800" dirty="0"/>
          </a:p>
        </p:txBody>
      </p:sp>
      <p:pic>
        <p:nvPicPr>
          <p:cNvPr id="3" name="Image 0" descr="workflow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0" y="1051560"/>
            <a:ext cx="48463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3, pandas, numpy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— TF-IDF, models, metrics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NLTK — tokenization, stopwords, lemmatization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 / seaborn — EDA, confusion matrices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joblib — model serialization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— demo UI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Progress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777240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NLP Preprocessing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TF-IDF Feature Extraction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1 — Logistic Regression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2 — Naive Bayes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3 — Linear SVM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Evaluation + Confusion Matrix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Prediction Function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Streamlit Demo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 / In Progress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Advanced Model (LSTM / BERT)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Future Work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Results + Confusion Matrix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comparison table from results/model_comparison.csv — real numbers]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best model's confusion matrix PNG from results/]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which model won and why (highest F1-score)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+ Future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paste a headline into the Streamlit app → REAL/FAKE + confidence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work: Word2Vec+LSTM or DistilBERT, cross-domain evaluation, explainability (SHAP/LIME), multilingual support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5120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2026-08-17T06:04:16Z</dcterms:created>
  <dcterms:modified xsi:type="dcterms:W3CDTF">2026-08-17T06:04:16Z</dcterms:modified>
</cp:coreProperties>
</file>